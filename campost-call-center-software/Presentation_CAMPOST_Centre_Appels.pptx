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PROPOSITION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962E"/>
                </a:solidFill>
                <a:latin typeface="Calibri"/>
              </a:defRPr>
            </a:pPr>
            <a:r>
              <a:t>Solution pour le Centre d'Appels de la CAMPOST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Societe des Postes du Cameroun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Date : 12/03/2026  |  Document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1.  Le Probleme Aujourd'hui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2.  Qui est la CAMPOST ?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3.  Les Services de la CAMPOST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4.  Ce que les Clients Demandent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5.  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6.  Comment ca Marche ?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7.  Les 3 Options Possibles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8.  Calendrier de Realisation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9.  Combien ca Coute ?</a:t>
            </a:r>
          </a:p>
          <a:p>
            <a:pPr>
              <a:spcAft>
                <a:spcPts val="1400"/>
              </a:spcAft>
              <a:defRPr sz="2000">
                <a:solidFill>
                  <a:srgbClr val="1B3A5C"/>
                </a:solidFill>
                <a:latin typeface="Calibri"/>
              </a:defRPr>
            </a:pPr>
            <a:r>
              <a:t>10. Prochaines Etapes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LE PROBLEME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Aujourd'hui, quand un client de la CAMPOST a un probleme, il n'a pas de moyen simple pour obtenir de l'aide.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Calibri"/>
              </a:defRPr>
            </a:pPr>
            <a:r>
              <a:t>Tel.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Un seul numero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Les clients appellent le</a:t>
            </a:r>
            <a:br/>
            <a:r>
              <a:t>+237 2 22 50 70 00 mais</a:t>
            </a:r>
            <a:br/>
            <a:r>
              <a:t>souvent personne ne repond</a:t>
            </a:r>
            <a:br/>
            <a:r>
              <a:t>ou la ligne est occupee.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Reponse lente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118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Les clients ecrivent a</a:t>
            </a:r>
            <a:br/>
            <a:r>
              <a:t>cs@campostmoney.cm mais</a:t>
            </a:r>
            <a:br/>
            <a:r>
              <a:t>attendent des jours ou</a:t>
            </a:r>
            <a:br/>
            <a:r>
              <a:t>des semaines pour une reponse.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Calibri"/>
              </a:defRPr>
            </a:pPr>
            <a:r>
              <a:t>Agence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Se deplacer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118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Les clients doivent aller</a:t>
            </a:r>
            <a:br/>
            <a:r>
              <a:t>physiquement au bureau de</a:t>
            </a:r>
            <a:br/>
            <a:r>
              <a:t>poste, meme pour une simple</a:t>
            </a:r>
            <a:br/>
            <a:r>
              <a:t>question sur un colis.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Calibri"/>
              </a:defRPr>
            </a:pPr>
            <a:r>
              <a:t>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Pas de suivi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6118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Quand un client se plaint,</a:t>
            </a:r>
            <a:br/>
            <a:r>
              <a:t>il n'y a pas de systeme pour</a:t>
            </a:r>
            <a:br/>
            <a:r>
              <a:t>suivre sa demande. Elle</a:t>
            </a:r>
            <a:br/>
            <a:r>
              <a:t>peut se perdre.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Resultat : Des clients mecontents, une image de marque degradee, et des revenus perdus.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LA CAMPOST EN CHIFFRES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962E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Bureaux de Poste</a:t>
            </a:r>
            <a:br/>
            <a:r>
              <a:t>au Cameroun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65176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962E"/>
                </a:solidFill>
                <a:latin typeface="Calibri"/>
              </a:defRPr>
            </a:pPr>
            <a:r>
              <a:t>52M$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Centre de Donnees</a:t>
            </a:r>
            <a:br/>
            <a:r>
              <a:t>a Yaounde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65176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962E"/>
                </a:solidFill>
                <a:latin typeface="Calibri"/>
              </a:defRPr>
            </a:pPr>
            <a:r>
              <a:t>#237#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Premier code USSD</a:t>
            </a:r>
            <a:br/>
            <a:r>
              <a:t>national en Afrique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65176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962E"/>
                </a:solidFill>
                <a:latin typeface="Calibri"/>
              </a:defRPr>
            </a:pPr>
            <a:r>
              <a:t>2-3 Mds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FCFA investis dans</a:t>
            </a:r>
            <a:br/>
            <a:r>
              <a:t>Bolamba (e-commerce)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La CAMPOST n'est plus seulement la Poste. C'est aussi :</a:t>
            </a:r>
            <a:br/>
            <a:br/>
            <a:r>
              <a:t>    CampostMoney  -  Une banque mobile pour epargner, emprunter et transferer de l'argent</a:t>
            </a:r>
            <a:br/>
            <a:r>
              <a:t>    NPSI #237#  -  Un systeme de paiement par telephone (USSD) utilise par les banques</a:t>
            </a:r>
            <a:br/>
            <a:r>
              <a:t>    Bolamba (2026)  -  Une plateforme de vente en ligne avec livraison</a:t>
            </a:r>
            <a:br/>
            <a:r>
              <a:t>    Camwater  -  Paiement des factures d'eau via CampostMoney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CE QUE LES CLIENTS DEMANDENT LE 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"Ou est mon colis 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Suivi des colis et courriers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536192"/>
            <a:ext cx="61722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"Mon compte CampostMoney"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Solde, transferts, problemes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59152"/>
            <a:ext cx="5143500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697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"Horaires et adresses"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Bureaux de poste, tarifs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182112"/>
            <a:ext cx="4457700" cy="3200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398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"J'ai un probleme #237#"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Echecs de paiement USSD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005072"/>
            <a:ext cx="342900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"Ma facture Camwater"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Paiements et confirmations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828032"/>
            <a:ext cx="2743200" cy="320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"Commande Bolamba" (2026)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Suivi des commandes en ligne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650992"/>
            <a:ext cx="2057400" cy="3200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577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  <a:latin typeface="Calibri"/>
              </a:defRPr>
            </a:pPr>
            <a:r>
              <a:t>30%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4. NOTRE SOLUTION : UN CENTRE D'APPELS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Calibri"/>
              </a:defRPr>
            </a:pPr>
            <a:r>
              <a:t>Un systeme unique ou les agents de la CAMPOST peuvent gerer TOUS les appels et messages des clients.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65176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Telephone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Les clients appellent</a:t>
            </a:r>
            <a:br/>
            <a:r>
              <a:t>un numero unique.</a:t>
            </a:r>
            <a:br/>
            <a:r>
              <a:t>Le systeme repond en</a:t>
            </a:r>
            <a:br/>
            <a:r>
              <a:t>francais ou anglais et</a:t>
            </a:r>
            <a:br/>
            <a:r>
              <a:t>dirige vers le bon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286000"/>
            <a:ext cx="2651760" cy="32004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Les clients ecrivent sur</a:t>
            </a:r>
            <a:br/>
            <a:r>
              <a:t>WhatsApp. Un robot repond</a:t>
            </a:r>
            <a:br/>
            <a:r>
              <a:t>automatiquement aux</a:t>
            </a:r>
            <a:br/>
            <a:r>
              <a:t>questions simples (suivi</a:t>
            </a:r>
            <a:br/>
            <a:r>
              <a:t>de colis, horaires...)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2651760" cy="3200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Les clients recoivent</a:t>
            </a:r>
            <a:br/>
            <a:r>
              <a:t>des notifications par</a:t>
            </a:r>
            <a:br/>
            <a:r>
              <a:t>SMS : confirmation de</a:t>
            </a:r>
            <a:br/>
            <a:r>
              <a:t>colis, rappels, numeros</a:t>
            </a:r>
            <a:br/>
            <a:r>
              <a:t>de suivi.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286000"/>
            <a:ext cx="2651760" cy="3200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Ecran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L'agent voit TOUT sur</a:t>
            </a:r>
            <a:br/>
            <a:r>
              <a:t>un seul ecran : le colis,</a:t>
            </a:r>
            <a:br/>
            <a:r>
              <a:t>le compte CampostMoney,</a:t>
            </a:r>
            <a:br/>
            <a:r>
              <a:t>les paiements #237#.</a:t>
            </a:r>
            <a:br/>
            <a:r>
              <a:t>Plus besoin de chercher.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Tout est installe sur le centre de donnees de la CAMPOST a Yaounde. Les donnees restent au Cameroun.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COMMENT CA MARCHE ? (EN SIMPLE)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91640"/>
            <a:ext cx="36576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t>Le client appelle ou</a:t>
            </a:r>
            <a:br/>
            <a:r>
              <a:t>ecrit sur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Via MTN, Orange</a:t>
            </a:r>
            <a:br/>
            <a:r>
              <a:t>ou CAMTEL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1691640"/>
            <a:ext cx="36576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t>Le systeme vocal</a:t>
            </a:r>
            <a:br/>
            <a:r>
              <a:t>repond automatiquement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"Appuyez 1 pour le</a:t>
            </a:r>
            <a:br/>
            <a:r>
              <a:t>francais, 2 pour</a:t>
            </a:r>
            <a:br/>
            <a:r>
              <a:t>l'anglais..."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1691640"/>
            <a:ext cx="36576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Questions simples :</a:t>
            </a:r>
            <a:br/>
            <a:r>
              <a:t>Reponse automatique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Suivi de colis,</a:t>
            </a:r>
            <a:br/>
            <a:r>
              <a:t>horaires, tarifs</a:t>
            </a:r>
            <a:br/>
            <a:r>
              <a:t>= sans agent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8320" y="1691640"/>
            <a:ext cx="365760" cy="365760"/>
          </a:xfrm>
          <a:prstGeom prst="rightArrow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Questions complexes :</a:t>
            </a:r>
            <a:br/>
            <a:r>
              <a:t>Vers un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L'agent voit toutes</a:t>
            </a:r>
            <a:br/>
            <a:r>
              <a:t>les infos du client</a:t>
            </a:r>
            <a:br/>
            <a:r>
              <a:t>sur son ecran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Calibri"/>
              </a:defRPr>
            </a:pPr>
            <a:r>
              <a:t>Le probleme est</a:t>
            </a:r>
            <a:br/>
            <a:r>
              <a:t>resolu et enregistre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Un ticket est cree</a:t>
            </a:r>
            <a:br/>
            <a:r>
              <a:t>pour suivre et ne</a:t>
            </a:r>
            <a:br/>
            <a:r>
              <a:t>rien oublier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t>Le client n'attend plus au telephone - il peut etre rappele</a:t>
            </a:r>
          </a:p>
          <a:p>
            <a:pPr>
              <a:spcAft>
                <a:spcPts val="6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t>Les questions simples sont traitees automatiquement (60-70% des appels)</a:t>
            </a:r>
          </a:p>
          <a:p>
            <a:pPr>
              <a:spcAft>
                <a:spcPts val="6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t>L'agent a toutes les informations sous les yeux, pas besoin de faire attendre le client</a:t>
            </a:r>
          </a:p>
          <a:p>
            <a:pPr>
              <a:spcAft>
                <a:spcPts val="6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t>Chaque demande est enregistree, rien ne se perd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 TOUS LES MOYENS DE CONTACT EN UN SEUL ENDROIT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Appel Telephone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 client appelle,</a:t>
            </a:r>
            <a:br/>
            <a:r>
              <a:t>le systeme repond et</a:t>
            </a:r>
            <a:br/>
            <a:r>
              <a:t>oriente vers le bon agent.</a:t>
            </a:r>
            <a:br/>
            <a:r>
              <a:t>Fonctionne avec MTN,</a:t>
            </a:r>
            <a:br/>
            <a:r>
              <a:t>Orange et CAMTEL.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23774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 client envoie un</a:t>
            </a:r>
            <a:br/>
            <a:r>
              <a:t>message sur WhatsApp.</a:t>
            </a:r>
            <a:br/>
            <a:r>
              <a:t>Un robot repond aux</a:t>
            </a:r>
            <a:br/>
            <a:r>
              <a:t>questions frequentes.</a:t>
            </a:r>
            <a:br/>
            <a:r>
              <a:t>L'agent prend le relais</a:t>
            </a:r>
            <a:br/>
            <a:r>
              <a:t>si besoin.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474720" cy="2377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 systeme envoie des</a:t>
            </a:r>
            <a:br/>
            <a:r>
              <a:t>SMS aux clients :</a:t>
            </a:r>
            <a:br/>
            <a:r>
              <a:t>confirmations, numeros</a:t>
            </a:r>
            <a:br/>
            <a:r>
              <a:t>de suivi, rappels</a:t>
            </a:r>
            <a:br/>
            <a:r>
              <a:t>de rendez-vous.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474720" cy="2377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USSD #237#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 client tape #237#</a:t>
            </a:r>
            <a:br/>
            <a:r>
              <a:t>sur son telephone (meme</a:t>
            </a:r>
            <a:br/>
            <a:r>
              <a:t>sans internet) pour</a:t>
            </a:r>
            <a:br/>
            <a:r>
              <a:t>verifier un colis ou</a:t>
            </a:r>
            <a:br/>
            <a:r>
              <a:t>un paiement.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114800"/>
            <a:ext cx="3474720" cy="2377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Les demandes par</a:t>
            </a:r>
            <a:br/>
            <a:r>
              <a:t>email arrivent dans</a:t>
            </a:r>
            <a:br/>
            <a:r>
              <a:t>le meme systeme que</a:t>
            </a:r>
            <a:br/>
            <a:r>
              <a:t>les appels. Rien</a:t>
            </a:r>
            <a:br/>
            <a:r>
              <a:t>n'est oublie.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114800"/>
            <a:ext cx="3474720" cy="2377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 en Ligne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Sur le site web</a:t>
            </a:r>
            <a:br/>
            <a:r>
              <a:t>campost.cm, les</a:t>
            </a:r>
            <a:br/>
            <a:r>
              <a:t>visiteurs peuvent</a:t>
            </a:r>
            <a:br/>
            <a:r>
              <a:t>chatter en direct</a:t>
            </a:r>
            <a:br/>
            <a:r>
              <a:t>avec un 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7. CONNECTE A TOUS LES SYSTEMES CAMPOST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L'agent voit tout sur un seul ecran. Il ne perd plus de temps a chercher dans plusieurs systemes.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651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Suivi des Colis (UPU)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L'agent tape le numero du colis</a:t>
            </a:r>
            <a:br/>
            <a:r>
              <a:t>et voit immediatement ou il se</a:t>
            </a:r>
            <a:br/>
            <a:r>
              <a:t>trouve : en transit, en douane,</a:t>
            </a:r>
            <a:br/>
            <a:r>
              <a:t>au bureau de poste, livre.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86000"/>
            <a:ext cx="2651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651760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CampostMoney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L'agent voit le compte du client :</a:t>
            </a:r>
            <a:br/>
            <a:r>
              <a:t>solde, derniers transferts, prets</a:t>
            </a:r>
            <a:br/>
            <a:r>
              <a:t>en cours. Peut aider a resoudre</a:t>
            </a:r>
            <a:br/>
            <a:r>
              <a:t>les litiges directement.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2651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2651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NPSI #237#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Si un paiement USSD a echoue,</a:t>
            </a:r>
            <a:br/>
            <a:r>
              <a:t>l'agent voit ce qui s'est passe</a:t>
            </a:r>
            <a:br/>
            <a:r>
              <a:t>et peut relancer l'operation</a:t>
            </a:r>
            <a:br/>
            <a:r>
              <a:t>ou rembourser le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286000"/>
            <a:ext cx="2651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286000"/>
            <a:ext cx="2651760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Bolamba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Quand la boutique en ligne</a:t>
            </a:r>
            <a:br/>
            <a:r>
              <a:t>Bolamba sera lancee, le centre</a:t>
            </a:r>
            <a:br/>
            <a:r>
              <a:t>d'appels sera deja pret pour</a:t>
            </a:r>
            <a:br/>
            <a:r>
              <a:t>gerer les commandes et retours.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TROIS OPTIONS POSSIBLES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OPTION A</a:t>
            </a:r>
            <a:br/>
            <a:r>
              <a:t>RECOMMANDEE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Solution Sur Mesure</a:t>
            </a:r>
            <a:br/>
            <a:r>
              <a:t>(Construite pour la CAMPOST)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Installee sur le centre de donnees CAMPOST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Connectee a CampostMoney, #237#, UPU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Fonctionne meme avec internet 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684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Les donnees restent au Cameroun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Pas d'abonnement mensuel eleve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20640"/>
            <a:ext cx="31089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FCFA 72M (mise en place)</a:t>
            </a:r>
            <a:br/>
            <a:r>
              <a:t>FCFA 21.5M/an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47472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17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Solution Africaine en Ligne</a:t>
            </a:r>
            <a:br/>
            <a:r>
              <a:t>(PressOne ou Ameyo)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Plus rapide a mettre en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735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Fonctionnalites de base incluses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- Mais : abonnement mensuel eleve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684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Donnees stockees hors du Cameroun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Integration CAMPOST limitee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20640"/>
            <a:ext cx="31089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166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FCFA 30-55M (mise en place)</a:t>
            </a:r>
            <a:br/>
            <a:r>
              <a:t>FCFA 18-45M/an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47472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OPTION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Grande Plateforme Internationale</a:t>
            </a:r>
            <a:br/>
            <a:r>
              <a:t>(Genesys, NICE)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Marques connues mondialement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735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Fonctionnalites tres avancees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- Mais : extremement 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684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Necessite internet tres rapide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+ Support tres loin (USA/Europe)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5120640"/>
            <a:ext cx="31089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166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FCFA 90-180M (mise en place)</a:t>
            </a:r>
            <a:br/>
            <a:r>
              <a:t>FCFA 75-170M/an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AE60"/>
                </a:solidFill>
                <a:latin typeface="Calibri"/>
              </a:defRPr>
            </a:pPr>
            <a:r>
              <a:t>Nous recommandons l'Option A : le meilleur rapport qualite-prix, avec controle total des donnees.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9. CALENDRIER : 6 MOIS POUR TOUT METTRE EN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698480" cy="914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260604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Mois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Installation des</a:t>
            </a:r>
            <a:br/>
            <a:r>
              <a:t>equipements sur le</a:t>
            </a:r>
            <a:br/>
            <a:r>
              <a:t>centre de donnees</a:t>
            </a:r>
            <a:br/>
            <a:r>
              <a:t>CAMPOST a Yaounde.</a:t>
            </a:r>
          </a:p>
        </p:txBody>
      </p:sp>
      <p:sp>
        <p:nvSpPr>
          <p:cNvPr id="9" name="Oval 8"/>
          <p:cNvSpPr/>
          <p:nvPr/>
        </p:nvSpPr>
        <p:spPr>
          <a:xfrm>
            <a:off x="3611880" y="2606040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Mois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Developpement de</a:t>
            </a:r>
            <a:br/>
            <a:r>
              <a:t>l'ecran des agents,</a:t>
            </a:r>
            <a:br/>
            <a:r>
              <a:t>du systeme vocal</a:t>
            </a:r>
            <a:br/>
            <a:r>
              <a:t>et des rapports.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5897880" y="2606040"/>
            <a:ext cx="365760" cy="36576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2E"/>
                </a:solidFill>
                <a:latin typeface="Calibri"/>
              </a:defRPr>
            </a:pPr>
            <a:r>
              <a:t>Mois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CONNEXIONS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Branchement avec</a:t>
            </a:r>
            <a:br/>
            <a:r>
              <a:t>CampostMoney, suivi</a:t>
            </a:r>
            <a:br/>
            <a:r>
              <a:t>des colis, #237# et</a:t>
            </a:r>
            <a:br/>
            <a:r>
              <a:t>WhatsApp.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2606040"/>
            <a:ext cx="365760" cy="3657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Mois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TEST PILOTE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Test a Yaounde +</a:t>
            </a:r>
            <a:br/>
            <a:r>
              <a:t>5 bureaux de poste.</a:t>
            </a:r>
            <a:br/>
            <a:r>
              <a:t>Formation des agents</a:t>
            </a:r>
            <a:br/>
            <a:r>
              <a:t>en francais/anglais.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80" y="260604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Mois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LANCEMENT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Deploiement dans</a:t>
            </a:r>
            <a:br/>
            <a:r>
              <a:t>tous les bureaux.</a:t>
            </a:r>
            <a:br/>
            <a:r>
              <a:t>Le centre d'appels</a:t>
            </a:r>
            <a:br/>
            <a:r>
              <a:t>est operationnel 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Apres le lancement :</a:t>
            </a:r>
            <a:br/>
            <a:br/>
            <a:r>
              <a:t>    Mois 7-12 : Ajout de Bolamba (boutique en ligne) quand elle sera prete</a:t>
            </a:r>
            <a:br/>
            <a:r>
              <a:t>    En continu : Amelioration du systeme vocal avec intelligence artificielle</a:t>
            </a:r>
            <a:br/>
            <a:r>
              <a:t>    Chaque trimestre : Bilan de performance et formation continue des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COMBIEN CA COUTE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MISE EN PLACE (Annee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Equipements et serveurs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8 000 000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Systeme telephonique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5 000 000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Application pour les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20 000 000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Connexion CampostMoney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8 000 000 FCFA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Connexion suivi colis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5 000 000 FCFA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Connexion #237# USSD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6 000 000 FCFA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Canal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4 000 000 FCFA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Formation des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4 000 000 FCFA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Materiel telephonique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3 000 000 FCFA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Tests et securite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3 000 000 FCFA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Gestion du projet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6 000 000 FCFA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074920"/>
            <a:ext cx="5120640" cy="914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TOTAL MISE EN 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8962E"/>
                </a:solidFill>
                <a:latin typeface="Calibri"/>
              </a:defRPr>
            </a:pPr>
            <a:r>
              <a:t>72 000 000 FCFA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371600"/>
            <a:ext cx="5303520" cy="2926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CHAQUE ANNEE ENSUITE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Telephone (appels, SMS)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6 000 000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2 000 000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Maintenance et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8 000 000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Hebergement (electricite, reseau)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2 000 000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Licences eventuelles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1 500 000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Formation continue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C8962E"/>
                </a:solidFill>
                <a:latin typeface="Calibri"/>
              </a:defRPr>
            </a:pPr>
            <a:r>
              <a:t>2 000 000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PAR 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8962E"/>
                </a:solidFill>
                <a:latin typeface="Calibri"/>
              </a:defRPr>
            </a:pPr>
            <a:r>
              <a:t>21 500 000 FCFA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572000"/>
            <a:ext cx="530352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COUT TOTAL SUR 3 ANS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120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143 000 000 FCFA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Soit 2 a 3 fois moins cher que les solutions internationales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SECURITE ET RESPECT DE LA 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Notre solution respecte la nouvelle loi camerounaise sur la protection des donnees personnelles</a:t>
            </a:r>
            <a:br/>
            <a:r>
              <a:t>(Loi N. 2024/017, en vigueur le 23 juin 2026) et les reglements bancaires CEMAC.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26517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Donnees au Cameroun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Toutes les donnees des clients</a:t>
            </a:r>
            <a:br/>
            <a:r>
              <a:t>sont stockees au centre de</a:t>
            </a:r>
            <a:br/>
            <a:r>
              <a:t>donnees CAMPOST a Yaounde.</a:t>
            </a:r>
            <a:br/>
            <a:r>
              <a:t>Rien ne part a l'etranger.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560320"/>
            <a:ext cx="26517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560320"/>
            <a:ext cx="2651760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Appels Enregistres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Les appels concernant</a:t>
            </a:r>
            <a:br/>
            <a:r>
              <a:t>CampostMoney sont enregistres</a:t>
            </a:r>
            <a:br/>
            <a:r>
              <a:t>comme l'exige le reglement</a:t>
            </a:r>
            <a:br/>
            <a:r>
              <a:t>bancaire CEMAC (COBAC).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26517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560320"/>
            <a:ext cx="265176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Acces Securise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Chaque agent a son propre</a:t>
            </a:r>
            <a:br/>
            <a:r>
              <a:t>compte. Les superviseurs</a:t>
            </a:r>
            <a:br/>
            <a:r>
              <a:t>controlent qui accede a</a:t>
            </a:r>
            <a:br/>
            <a:r>
              <a:t>quelles informations.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560320"/>
            <a:ext cx="26517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560320"/>
            <a:ext cx="2651760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Consentement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 systeme demande l'accord</a:t>
            </a:r>
            <a:br/>
            <a:r>
              <a:t>du client avant d'enregistrer</a:t>
            </a:r>
            <a:br/>
            <a:r>
              <a:t>son appel, comme l'exige</a:t>
            </a:r>
            <a:br/>
            <a:r>
              <a:t>la loi.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POURQUOI NOUS CHOISIR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Nous Connaissons le Cameroun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Nous comprenons les reseaux MTN,</a:t>
            </a:r>
            <a:br/>
            <a:r>
              <a:t>Orange, CAMTEL, le marche bilingue</a:t>
            </a:r>
            <a:br/>
            <a:r>
              <a:t>et l'environnement FCFA.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Nous Connaissons la CAMPOST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Nous avons etudie CampostMoney,</a:t>
            </a:r>
            <a:br/>
            <a:r>
              <a:t>NPSI #237#, UPU et Bolamba en</a:t>
            </a:r>
            <a:br/>
            <a:r>
              <a:t>detail pour une integration parfaite.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Vos Donnees Restent Chez Vous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Tout est installe sur votre propre</a:t>
            </a:r>
            <a:br/>
            <a:r>
              <a:t>centre de donnees. Aucune donnee</a:t>
            </a:r>
            <a:br/>
            <a:r>
              <a:t>client ne quitte le Cameroun.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Prix Juste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Notre solution coute 2 a 3 fois</a:t>
            </a:r>
            <a:br/>
            <a:r>
              <a:t>moins cher que les alternatives</a:t>
            </a:r>
            <a:br/>
            <a:r>
              <a:t>internationales, sans sacrifier</a:t>
            </a:r>
            <a:br/>
            <a:r>
              <a:t>la qualite.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Pret pour l'Avenir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L'architecture est modulaire :</a:t>
            </a:r>
            <a:br/>
            <a:r>
              <a:t>Bolamba, intelligence artificielle</a:t>
            </a:r>
            <a:br/>
            <a:r>
              <a:t>et nouveaux services s'ajoutent</a:t>
            </a:r>
            <a:br/>
            <a:r>
              <a:t>facilement.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02336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73152" cy="2286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Conformite Garantie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Loi 2024/017 et reglements</a:t>
            </a:r>
            <a:br/>
            <a:r>
              <a:t>COBAC respectes des le</a:t>
            </a:r>
            <a:br/>
            <a:r>
              <a:t>premier jour de fonctionnement.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PROCHAINES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1.  Reunion de presentation avec l'equipe CAMPOST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2.  Visite du centre de donnees de Yaounde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3.  Validation des besoins et du cahier des charges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4.  Signature du contrat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5.  Demarrage du projet - le centre d'appels sera pret en 6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8962E"/>
                </a:solidFill>
                <a:latin typeface="Calibri"/>
              </a:defRPr>
            </a:pPr>
            <a:r>
              <a:t>Ensemble, modernisons le service client de la CAMPOST.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Merci  |  Contact : [votre email]  |  [votre telephone]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